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Bonded — performance bonds for AI agents, on Arc. The one-line pitch: work that fails pays you back, in USDC, in under a second. Everything in this deck is deployed and verifiable on-chain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plumbing of the agent economy is built. What's missing is consequences. In human commerce this is surety bonds — and mechanically, a bond is pure programmable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The novelty is the FAIL branch: the buyer is made whole automatically, from the agent's own capital, with no claims department.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pitch in one number. In an unbonded market a failed job is a total loss. Here the buyer came out ahead — because the bond made them whole and then some. Every figure is on-chain; the tx is clickable.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Small, auditable surface. The AuditChecker is why the work is bondable: acceptance is a mechanical test, so settlement can be deterministic and instant. Where no mechanical check exists, an optimistic dispute window backstops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separates real autonomy from an AI wrapper. The buyer makes a decision with reasons, tied to real on-chain signals. The dashboard imports the exact same module the agent runs — the screen is the logic, not a mockup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emerged from the live data — it wasn't scripted. The agent that won work before is now rejected by the same buyer, because its own failure repriced it. That's a market correcting without an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judges explicitly ask why Arc makes the product better than a standard onchain app. Speed makes the demo visceral; USDC-gas makes agent economics sane; the Circle stack is the distribution surface. All three are load-bearing, not decorative.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checkpoint slide. Every line is verifiable right now — deployed, verified, tested, proven live. Nothing here is a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code enters both tracks. The go-to-market wedge is the badge: a bonded agent can advertise it, marketplaces can display it, and buyers learn to prefer it — the way 'licensed &amp; bonded' became table stakes for contractors.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build is nearly free given what's deployed: an uptime/latency bond is the timeout path, which already works. That turns Bonded from one app into the trust layer over the entire x402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badge. Everything shown is live and verifiable — the repo, the verified contracts, the dashboard on real data. Bonded is the accountability layer the agent economy needs, and it works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1051560" cy="1051560"/>
          </a:xfrm>
          <a:prstGeom prst="ellipse">
            <a:avLst/>
          </a:prstGeom>
          <a:ln w="38100">
            <a:solidFill>
              <a:srgbClr val="4B9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58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10" b="1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910" dirty="0"/>
          </a:p>
        </p:txBody>
      </p:sp>
      <p:sp>
        <p:nvSpPr>
          <p:cNvPr id="6" name="Text 4"/>
          <p:cNvSpPr/>
          <p:nvPr/>
        </p:nvSpPr>
        <p:spPr>
          <a:xfrm>
            <a:off x="196596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bonds for AI agents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that fails pays you back — in USDC, in under a second.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economy has identity, payments and discovery. It has no accountability. Bonded is the missing layer — “licensed &amp; bonded,” rebuilt as programmable money on Arc.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01C30"/>
          </a:solidFill>
          <a:ln w="12700">
            <a:solidFill>
              <a:srgbClr val="4B9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623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track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54680" y="56235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01C30"/>
          </a:solidFill>
          <a:ln w="12700">
            <a:solidFill>
              <a:srgbClr val="34C7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5623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Economy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5216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 Arc  ·  Encode × Circle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Arc testnet  ·  chain 5042002  ·  6 contracts source-verified on ArcScan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economy has no accountability layer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11680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93392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2450592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— agents have verifiable on-chain identity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9976" y="178308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2011680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7216" y="1993392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36008" y="2450592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&amp; Nanopayments — agents pay per request in USDC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19872" y="178308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2011680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97112" y="1993392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75904" y="2450592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Agent Stack — a directory of agents for hire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0C1526"/>
          </a:solidFill>
          <a:ln w="12700">
            <a:solidFill>
              <a:srgbClr val="2A40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160520"/>
            <a:ext cx="457200" cy="457200"/>
          </a:xfrm>
          <a:prstGeom prst="ellipse">
            <a:avLst/>
          </a:prstGeom>
          <a:solidFill>
            <a:srgbClr val="E85D54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91640" y="41148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paid agent delivers bad work, nothing makes the buyer whole.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691640" y="48920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who failed before — anyone looks good until the day they don't.  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fee, on one deal. Neither makes the buyer whole, and neither makes a good agent's promise cost anything to break.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“Licensed &amp; bonded,” rebuilt as programmable money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0" cy="4297680"/>
          </a:xfrm>
          <a:prstGeom prst="roundRect">
            <a:avLst>
              <a:gd name="adj" fmla="val 2128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hiring a contractor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look for “licensed &amp; bonded”: money sits with a neutral third party, and if the contractor botches the job, you're paid out of it.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Bonded, the neutral third party is a smart contract on Arc.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1772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stakes USDC behind a machine-readable SLA. Break it, and the buyer is repaid from that stake — automatically, no one in the middle.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32120" y="1828800"/>
            <a:ext cx="6016752" cy="749808"/>
          </a:xfrm>
          <a:prstGeom prst="roundRect">
            <a:avLst>
              <a:gd name="adj" fmla="val 12195"/>
            </a:avLst>
          </a:prstGeom>
          <a:solidFill>
            <a:srgbClr val="0C1526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51576" y="2020824"/>
            <a:ext cx="365760" cy="365760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13" name="Text 11"/>
          <p:cNvSpPr/>
          <p:nvPr/>
        </p:nvSpPr>
        <p:spPr>
          <a:xfrm>
            <a:off x="5751576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9019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2360" y="1901952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locks USDC as capital at risk behind its promises.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32120" y="2706624"/>
            <a:ext cx="6016752" cy="749808"/>
          </a:xfrm>
          <a:prstGeom prst="roundRect">
            <a:avLst>
              <a:gd name="adj" fmla="val 12195"/>
            </a:avLst>
          </a:prstGeom>
          <a:solidFill>
            <a:srgbClr val="0C1526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51576" y="2898648"/>
            <a:ext cx="365760" cy="365760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18" name="Text 16"/>
          <p:cNvSpPr/>
          <p:nvPr/>
        </p:nvSpPr>
        <p:spPr>
          <a:xfrm>
            <a:off x="5751576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77977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52360" y="2779776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Publishes a signed SLA: price, deadline, acceptance test, penalty.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532120" y="3584448"/>
            <a:ext cx="6016752" cy="749808"/>
          </a:xfrm>
          <a:prstGeom prst="roundRect">
            <a:avLst>
              <a:gd name="adj" fmla="val 12195"/>
            </a:avLst>
          </a:prstGeom>
          <a:solidFill>
            <a:srgbClr val="0C1526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51576" y="3776472"/>
            <a:ext cx="365760" cy="365760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23" name="Text 21"/>
          <p:cNvSpPr/>
          <p:nvPr/>
        </p:nvSpPr>
        <p:spPr>
          <a:xfrm>
            <a:off x="5751576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365760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52360" y="3657600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buyer funds the fee in escrow; a slice of the bond locks with it.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532120" y="4462272"/>
            <a:ext cx="6016752" cy="749808"/>
          </a:xfrm>
          <a:prstGeom prst="roundRect">
            <a:avLst>
              <a:gd name="adj" fmla="val 12195"/>
            </a:avLst>
          </a:prstGeom>
          <a:solidFill>
            <a:srgbClr val="0C1526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51576" y="4654296"/>
            <a:ext cx="365760" cy="365760"/>
          </a:xfrm>
          <a:prstGeom prst="ellipse">
            <a:avLst/>
          </a:prstGeom>
          <a:solidFill>
            <a:srgbClr val="9A8BF0"/>
          </a:solidFill>
          <a:ln/>
        </p:spPr>
      </p:sp>
      <p:sp>
        <p:nvSpPr>
          <p:cNvPr id="28" name="Text 26"/>
          <p:cNvSpPr/>
          <p:nvPr/>
        </p:nvSpPr>
        <p:spPr>
          <a:xfrm>
            <a:off x="5751576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3640" y="453542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52360" y="453542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runs the SLA's own acceptance check.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532120" y="5340096"/>
            <a:ext cx="6016752" cy="749808"/>
          </a:xfrm>
          <a:prstGeom prst="roundRect">
            <a:avLst>
              <a:gd name="adj" fmla="val 12195"/>
            </a:avLst>
          </a:prstGeom>
          <a:solidFill>
            <a:srgbClr val="0C1526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51576" y="5532120"/>
            <a:ext cx="365760" cy="365760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33" name="Text 31"/>
          <p:cNvSpPr/>
          <p:nvPr/>
        </p:nvSpPr>
        <p:spPr>
          <a:xfrm>
            <a:off x="5751576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63640" y="541324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52360" y="5413248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 writes a portable, on-chain track record.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623560" y="6263640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</a:t>
            </a:r>
            <a:pPr algn="ctr"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agent paid + premium to underwriters.    </a:t>
            </a:r>
            <a:pPr algn="ctr" indent="0" marL="0">
              <a:buNone/>
            </a:pPr>
            <a:r>
              <a:rPr lang="en-US" sz="1250" b="1" dirty="0">
                <a:solidFill>
                  <a:srgbClr val="E85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</a:t>
            </a:r>
            <a:pPr algn="ctr"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buyer refunded + penalty from the bond.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34C793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ARC  ·  AGENT-TO-AGENT  ·  NO HUMAN IN THE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agent's work failed.
</a:t>
            </a:r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ended </a:t>
            </a:r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+$0.50 ahead</a:t>
            </a:r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buyer agent hired a worker agent for an $0.80 audit. The work missed the minimum it had sold — so the SLA's own checker rejected it, refunded the $0.80 fee and paid a $0.50 penalty from the agent's stake. One transaction. About one second. No claim, no dispute, no human.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31596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+$0.50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ahead — on a job that FAILED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16052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431596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sec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17720" y="512064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settlement, not a 90-day claim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416052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431596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512064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humans, disputes or claims in the loop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806440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101C30"/>
          </a:solidFill>
          <a:ln w="12700">
            <a:solidFill>
              <a:srgbClr val="2A40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8064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 </a:t>
            </a:r>
            <a:pPr indent="0" marL="0">
              <a:buNone/>
            </a:pPr>
            <a:r>
              <a:rPr lang="en-US" sz="1250" b="1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0x47e13e5d…3a0fbd5d</a:t>
            </a:r>
            <a:pPr indent="0" marL="0">
              <a:buNone/>
            </a:pPr>
            <a:r>
              <a:rPr lang="en-US" sz="125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verify on ArcScan ↗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contracts, one primitive — all source-verified on Arc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665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B96E6"/>
          </a:solidFill>
          <a:ln/>
        </p:spPr>
      </p:sp>
      <p:sp>
        <p:nvSpPr>
          <p:cNvPr id="8" name="Text 6"/>
          <p:cNvSpPr/>
          <p:nvPr/>
        </p:nvSpPr>
        <p:spPr>
          <a:xfrm>
            <a:off x="1152144" y="197510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BondVault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432304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each agent's staked USDC. Locks a slice per job; slashes it to the buyer on failure.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0665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B96E6"/>
          </a:solidFill>
          <a:ln/>
        </p:spPr>
      </p:sp>
      <p:sp>
        <p:nvSpPr>
          <p:cNvPr id="12" name="Text 10"/>
          <p:cNvSpPr/>
          <p:nvPr/>
        </p:nvSpPr>
        <p:spPr>
          <a:xfrm>
            <a:off x="4855464" y="197510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SLARegistry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432304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offers: price, deadline, acceptance criteria, penalty schedule.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0665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9A8BF0"/>
          </a:solidFill>
          <a:ln/>
        </p:spPr>
      </p:sp>
      <p:sp>
        <p:nvSpPr>
          <p:cNvPr id="16" name="Text 14"/>
          <p:cNvSpPr/>
          <p:nvPr/>
        </p:nvSpPr>
        <p:spPr>
          <a:xfrm>
            <a:off x="8558784" y="197510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JobEscrow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02752" y="2432304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machine: Funded → Delivered → Passed | Slashed. Settles in one transaction.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621024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8587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4C793"/>
          </a:solidFill>
          <a:ln/>
        </p:spPr>
      </p:sp>
      <p:sp>
        <p:nvSpPr>
          <p:cNvPr id="20" name="Text 18"/>
          <p:cNvSpPr/>
          <p:nvPr/>
        </p:nvSpPr>
        <p:spPr>
          <a:xfrm>
            <a:off x="1152144" y="376732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UnderwriterPool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422452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capital that backs agents and earns the premium from every settled job.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43400" y="3621024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9432" y="38587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B96E6"/>
          </a:solidFill>
          <a:ln/>
        </p:spPr>
      </p:sp>
      <p:sp>
        <p:nvSpPr>
          <p:cNvPr id="24" name="Text 22"/>
          <p:cNvSpPr/>
          <p:nvPr/>
        </p:nvSpPr>
        <p:spPr>
          <a:xfrm>
            <a:off x="4855464" y="376732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OutcomeLog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99432" y="422452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outcome as a portable, ERC-8004-feedable track record. An agent's credit history.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3621024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2752" y="38587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FA838"/>
          </a:solidFill>
          <a:ln/>
        </p:spPr>
      </p:sp>
      <p:sp>
        <p:nvSpPr>
          <p:cNvPr id="28" name="Text 26"/>
          <p:cNvSpPr/>
          <p:nvPr/>
        </p:nvSpPr>
        <p:spPr>
          <a:xfrm>
            <a:off x="8558784" y="376732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AuditChecker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02752" y="422452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acceptance: the work either clears the SLA's committed minimums, or it doesn't.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contract tests green.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detection logic outside the engine — the same primitive, three transports. Deployed to Arc testnet and verified: anyone can read the code and call it from the explorer.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8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ECONOMY — REAL AUTONOMY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reasons about risk. It is not an AI wrapper.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663440" cy="4297680"/>
          </a:xfrm>
          <a:prstGeom prst="roundRect">
            <a:avLst>
              <a:gd name="adj" fmla="val 2128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8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does, every input on-chain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each offer's bond and settled track record straight off Arc</a:t>
            </a:r>
            <a:endParaRPr lang="en-US" sz="135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every offer's risk — no oracle, no LLM in the money path</a:t>
            </a:r>
            <a:endParaRPr lang="en-US" sz="135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decorative bonds before it spends a cent</a:t>
            </a:r>
            <a:endParaRPr lang="en-US" sz="135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Hires the best risk-adjusted deal — deliberately not the cheapest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50749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081018"/>
          </a:solidFill>
          <a:ln w="12700">
            <a:solidFill>
              <a:srgbClr val="2A40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1389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price + ((1−q)/q) · max(0, delay − bond)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5522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bigger bond buys down risk — but can never make failure profitable.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23560" y="1828800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buyer chose, live on Arc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3524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392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2688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23560" y="2651760"/>
            <a:ext cx="5925312" cy="841248"/>
          </a:xfrm>
          <a:prstGeom prst="roundRect">
            <a:avLst>
              <a:gd name="adj" fmla="val 10870"/>
            </a:avLst>
          </a:prstGeom>
          <a:solidFill>
            <a:srgbClr val="0E2019"/>
          </a:solidFill>
          <a:ln w="12700">
            <a:solidFill>
              <a:srgbClr val="34C7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65176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35240" y="265176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265176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265176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195560" y="2907792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34C793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5560" y="29077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23560" y="3566160"/>
            <a:ext cx="5925312" cy="841248"/>
          </a:xfrm>
          <a:prstGeom prst="roundRect">
            <a:avLst>
              <a:gd name="adj" fmla="val 10870"/>
            </a:avLst>
          </a:prstGeom>
          <a:solidFill>
            <a:srgbClr val="0C1526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56616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SwiftAudit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356616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356616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356616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149840" y="356616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5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rate too high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4480560"/>
            <a:ext cx="5925312" cy="841248"/>
          </a:xfrm>
          <a:prstGeom prst="roundRect">
            <a:avLst>
              <a:gd name="adj" fmla="val 10870"/>
            </a:avLst>
          </a:prstGeom>
          <a:solidFill>
            <a:srgbClr val="0C1526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448056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FlakyLabs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35240" y="448056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0" y="448056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6880" y="448056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149840" y="448056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5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covers only 10%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23560" y="5486400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unit tests pin the model — including that an over-bonded agent can never make failure profitable.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re-prices failure by itself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4892040" cy="2743200"/>
          </a:xfrm>
          <a:prstGeom prst="roundRect">
            <a:avLst>
              <a:gd name="adj" fmla="val 3333"/>
            </a:avLst>
          </a:prstGeom>
          <a:solidFill>
            <a:srgbClr val="0C1526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SwiftAudit wins the work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cheaper challenger with a full bond. The buyer rationally hires it over the incumbent — capital substituting for a track record.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15000" y="2971800"/>
            <a:ext cx="685800" cy="457200"/>
          </a:xfrm>
          <a:prstGeom prst="rightArrow">
            <a:avLst/>
          </a:prstGeom>
          <a:solidFill>
            <a:srgbClr val="2A4066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1874520"/>
            <a:ext cx="4892040" cy="2743200"/>
          </a:xfrm>
          <a:prstGeom prst="roundRect">
            <a:avLst>
              <a:gd name="adj" fmla="val 3333"/>
            </a:avLst>
          </a:prstGeom>
          <a:solidFill>
            <a:srgbClr val="1A0F12"/>
          </a:solidFill>
          <a:ln w="12700">
            <a:solidFill>
              <a:srgbClr val="502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it fails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4231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out — automatically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slash cut its bond and its record. It now fails the buyer's own thresholds and gets no further work. No admin, no governance, no delisting.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0E2019"/>
          </a:solidFill>
          <a:ln w="12700">
            <a:solidFill>
              <a:srgbClr val="34C7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89204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money to the people you failed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whole mechanism. Reputation and capital move together, enforced by no one.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worse — or impossible — anywhere else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02152" cy="3749040"/>
          </a:xfrm>
          <a:prstGeom prst="roundRect">
            <a:avLst>
              <a:gd name="adj" fmla="val 2611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240280"/>
            <a:ext cx="566928" cy="566928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finality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384048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claim pays out in about a second, not a 90-day process. The instant made-whole moment only feels real on a chain that settles this fast.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02152" cy="3749040"/>
          </a:xfrm>
          <a:prstGeom prst="roundRect">
            <a:avLst>
              <a:gd name="adj" fmla="val 2611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240280"/>
            <a:ext cx="566928" cy="56692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USDC-denominated gas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earns, stakes, pays penalties and pays gas in one stable asset. Autonomous agents can't sanely manage a volatile gas token.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02152" cy="3749040"/>
          </a:xfrm>
          <a:prstGeom prst="roundRect">
            <a:avLst>
              <a:gd name="adj" fmla="val 2611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2240280"/>
            <a:ext cx="566928" cy="566928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3017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Circle-native + verified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84048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Wallets, Nanopayments and the Agent Marketplace are the surfaces Bonded plugs into. All six contracts are source-verified on ArcScan.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STATUS — ALL SHIPPED, NONE OF IT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30952" cy="1097280"/>
          </a:xfrm>
          <a:prstGeom prst="roundRect">
            <a:avLst>
              <a:gd name="adj" fmla="val 8333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240280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to Arc testnet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441448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contracts live on chain 5042002.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330952" cy="1097280"/>
          </a:xfrm>
          <a:prstGeom prst="roundRect">
            <a:avLst>
              <a:gd name="adj" fmla="val 8333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2240280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2057400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 contracts source-verified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441448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and callable on ArcScan by anyone.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191256"/>
            <a:ext cx="5330952" cy="1097280"/>
          </a:xfrm>
          <a:prstGeom prst="roundRect">
            <a:avLst>
              <a:gd name="adj" fmla="val 8333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3557016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374136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tests green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75818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contract lifecycle + 17 underwriting-model tests.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191256"/>
            <a:ext cx="5330952" cy="1097280"/>
          </a:xfrm>
          <a:prstGeom prst="roundRect">
            <a:avLst>
              <a:gd name="adj" fmla="val 8333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3557016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3374136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settlement paths proven live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375818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and slash, executed with real USDC.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507992"/>
            <a:ext cx="5330952" cy="1097280"/>
          </a:xfrm>
          <a:prstGeom prst="roundRect">
            <a:avLst>
              <a:gd name="adj" fmla="val 8333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" y="4873752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08760" y="469087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settling on-chain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5074920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+ worker, no human in the money path.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17920" y="4507992"/>
            <a:ext cx="5330952" cy="1097280"/>
          </a:xfrm>
          <a:prstGeom prst="roundRect">
            <a:avLst>
              <a:gd name="adj" fmla="val 8333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0528" y="4873752"/>
            <a:ext cx="384048" cy="384048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86600" y="469087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on the live deployment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5074920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settlements, clickable through to ArcScan.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primitive, both tracks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30952" cy="2286000"/>
          </a:xfrm>
          <a:prstGeom prst="roundRect">
            <a:avLst>
              <a:gd name="adj" fmla="val 4000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084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651760"/>
            <a:ext cx="4690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Underwriters deposit USDC to back agents that can't fully self-bond, price premiums off real track records, and earn yield from actual work — not emissions. Risk, underwritten on-chain.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30952" cy="2286000"/>
          </a:xfrm>
          <a:prstGeom prst="roundRect">
            <a:avLst>
              <a:gd name="adj" fmla="val 4000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103120"/>
            <a:ext cx="457200" cy="457200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2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084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Economy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690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hold wallets, hire each other, and settle jobs in USDC with decision logic tied to real signals — the buyer prices counterparty risk and acts on it, with no human in the loop.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08792" cy="1691640"/>
          </a:xfrm>
          <a:prstGeom prst="roundRect">
            <a:avLst>
              <a:gd name="adj" fmla="val 5405"/>
            </a:avLst>
          </a:prstGeom>
          <a:solidFill>
            <a:srgbClr val="0C1526"/>
          </a:solidFill>
          <a:ln w="12700">
            <a:solidFill>
              <a:srgbClr val="2A40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 is the accountability layer the whole agent economy is missing.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primitive can bond any x402-paid service as an uptime/latency SLA — respond in time or the buyer is compensated — turning “Bonded ✓” into the badge buyers learn to demand across Circle's Agent Marketplace.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4B96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HACKATHON TO LAUNCH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103120"/>
            <a:ext cx="365760" cy="365760"/>
          </a:xfrm>
          <a:prstGeom prst="ellipse">
            <a:avLst/>
          </a:prstGeom>
          <a:solidFill>
            <a:srgbClr val="34C793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848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Deployed, verified and proven on Arc testnet — agents settling autonomously.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2103120"/>
            <a:ext cx="365760" cy="365760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13" name="Text 11"/>
          <p:cNvSpPr/>
          <p:nvPr/>
        </p:nvSpPr>
        <p:spPr>
          <a:xfrm>
            <a:off x="3712464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87952" y="20848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12464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latency-bond gateway: bond any paid API with almost no new contract code.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2784" y="187452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2103120"/>
            <a:ext cx="365760" cy="365760"/>
          </a:xfrm>
          <a:prstGeom prst="ellipse">
            <a:avLst/>
          </a:prstGeom>
          <a:solidFill>
            <a:srgbClr val="4B96E6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04304" y="20848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8816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 co-signing pools and a decentralized dispute oracle for subjective work.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89136" y="187452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101C3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45168" y="2103120"/>
            <a:ext cx="365760" cy="365760"/>
          </a:xfrm>
          <a:prstGeom prst="ellipse">
            <a:avLst/>
          </a:prstGeom>
          <a:solidFill>
            <a:srgbClr val="9A8BF0"/>
          </a:solidFill>
          <a:ln/>
        </p:spPr>
      </p:sp>
      <p:sp>
        <p:nvSpPr>
          <p:cNvPr id="23" name="Text 21"/>
          <p:cNvSpPr/>
          <p:nvPr/>
        </p:nvSpPr>
        <p:spPr>
          <a:xfrm>
            <a:off x="934516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20656" y="20848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45168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day-one when Arc mainnet opens — a live accountability layer from the start.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434840"/>
            <a:ext cx="10908792" cy="1600200"/>
          </a:xfrm>
          <a:prstGeom prst="roundRect">
            <a:avLst>
              <a:gd name="adj" fmla="val 5714"/>
            </a:avLst>
          </a:prstGeom>
          <a:solidFill>
            <a:srgbClr val="0E1B2E"/>
          </a:solidFill>
          <a:ln w="12700">
            <a:solidFill>
              <a:srgbClr val="4B96E6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9834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 in Arc's accelerator to take the missing accountability layer of the agent economy to market — starting with Leak, a real ERC-8004 agent, as the first bonded worker.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5486400"/>
          </a:xfrm>
          <a:prstGeom prst="ellipse">
            <a:avLst/>
          </a:prstGeom>
          <a:solidFill>
            <a:srgbClr val="34C79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3566160"/>
            <a:ext cx="6400800" cy="5486400"/>
          </a:xfrm>
          <a:prstGeom prst="ellipse">
            <a:avLst/>
          </a:prstGeom>
          <a:solidFill>
            <a:srgbClr val="34C793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914400" cy="914400"/>
          </a:xfrm>
          <a:prstGeom prst="ellipse">
            <a:avLst/>
          </a:prstGeom>
          <a:ln w="38100">
            <a:solidFill>
              <a:srgbClr val="4B9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C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38988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badge worth demanding.
</a:t>
            </a:r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that fails pays you back — in USDC, in under a second.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01C30"/>
          </a:solidFill>
          <a:ln w="12700">
            <a:solidFill>
              <a:srgbClr val="2A40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448056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github.com/successaje/bonded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992624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01C30"/>
          </a:solidFill>
          <a:ln w="12700">
            <a:solidFill>
              <a:srgbClr val="2A40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92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499262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contracts verified on ArcScan · chain 5042002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504688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01C30"/>
          </a:solidFill>
          <a:ln w="12700">
            <a:solidFill>
              <a:srgbClr val="2A40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504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9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550468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reads the real deployment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Bonded — Performance bonds for AI agents</dc:title>
  <dc:subject>PptxGenJS Presentation</dc:subject>
  <dc:creator>Bonded</dc:creator>
  <cp:lastModifiedBy>Bonded</cp:lastModifiedBy>
  <cp:revision>1</cp:revision>
  <dcterms:created xsi:type="dcterms:W3CDTF">2026-07-30T19:29:04Z</dcterms:created>
  <dcterms:modified xsi:type="dcterms:W3CDTF">2026-07-30T19:29:04Z</dcterms:modified>
</cp:coreProperties>
</file>